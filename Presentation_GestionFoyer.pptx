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0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Application de 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4B5B5"/>
                </a:solidFill>
                <a:latin typeface="Calibri"/>
              </a:rPr>
              <a:t>de Foyer Universitaire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6858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EE"/>
                </a:solidFill>
                <a:latin typeface="Calibri"/>
              </a:rPr>
              <a:t>Projet ASD2 — Compte Rendu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8AABB"/>
                </a:solidFill>
                <a:latin typeface="Calibri"/>
              </a:rPr>
              <a:t>Interface terminal  ·  Tableaux de structures 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04688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Tasnim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Sheikhrouhou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 /</a:t>
            </a:r>
            <a:r>
              <a:rPr lang="fr-FR" sz="1600" b="1" i="0" dirty="0" err="1">
                <a:solidFill>
                  <a:srgbClr val="FFFFFF"/>
                </a:solidFill>
                <a:latin typeface="Calibri"/>
              </a:rPr>
              <a:t>wiem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600" b="1" i="0" dirty="0" err="1">
                <a:solidFill>
                  <a:srgbClr val="FFFFFF"/>
                </a:solidFill>
                <a:latin typeface="Calibri"/>
              </a:rPr>
              <a:t>ouinisi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/ </a:t>
            </a:r>
            <a:r>
              <a:rPr lang="fr-FR" sz="1600" b="1" i="0" dirty="0" err="1">
                <a:solidFill>
                  <a:srgbClr val="FFFFFF"/>
                </a:solidFill>
                <a:latin typeface="Calibri"/>
              </a:rPr>
              <a:t>abir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600" b="1" i="0" dirty="0" err="1">
                <a:solidFill>
                  <a:srgbClr val="FFFFFF"/>
                </a:solidFill>
                <a:latin typeface="Calibri"/>
              </a:rPr>
              <a:t>akari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 /</a:t>
            </a:r>
            <a:r>
              <a:rPr lang="fr-FR" sz="1600" b="1" i="0" dirty="0" err="1">
                <a:solidFill>
                  <a:srgbClr val="FFFFFF"/>
                </a:solidFill>
                <a:latin typeface="Calibri"/>
              </a:rPr>
              <a:t>chaima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600" b="1" i="0" dirty="0" err="1">
                <a:solidFill>
                  <a:srgbClr val="FFFFFF"/>
                </a:solidFill>
                <a:latin typeface="Calibri"/>
              </a:rPr>
              <a:t>shili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0" y="55046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DDEE"/>
                </a:solidFill>
                <a:latin typeface="Calibri"/>
              </a:rPr>
              <a:t>1LIG  | 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Contexte &amp;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73152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5"/>
                </a:solidFill>
                <a:latin typeface="Calibri"/>
              </a:rPr>
              <a:t>Qu'est-ce qu'un Foyer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Résidence universitaire pour étudiants</a:t>
            </a:r>
          </a:p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Gestion des chambres et des résidents</a:t>
            </a:r>
          </a:p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Suivi des paiements mensuels (loyer)</a:t>
            </a:r>
          </a:p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Traitement des réclamations / maintenance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486400" cy="73152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5"/>
                </a:solidFill>
                <a:latin typeface="Calibri"/>
              </a:rPr>
              <a:t>Objectifs couverts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Objectif 5 : Menus (connexion + principal + sous-menus)</a:t>
            </a:r>
          </a:p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Objectif 6 : Saisie &amp; affichage via tableaux de structs</a:t>
            </a:r>
          </a:p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4 modules CRUD indépendants</a:t>
            </a:r>
          </a:p>
          <a:p>
            <a:pPr algn="l">
              <a:buChar char="▸"/>
            </a:pPr>
            <a:r>
              <a:rPr sz="1400">
                <a:solidFill>
                  <a:srgbClr val="333333"/>
                </a:solidFill>
                <a:latin typeface="Calibri"/>
              </a:rPr>
              <a:t>  Tableau de bord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99AA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Les 4 Modules de l'Application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00584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Étudiants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743200" cy="43434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ID, Nom, Prénom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CIN, Date naiss.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Email, Tél.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Chambre assignée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Statut Actif/Inactif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743200" cy="100584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0972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72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Chambres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57400"/>
            <a:ext cx="2743200" cy="43434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0128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Numéro (A101…)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Type Simple/Double/Triple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Étage, Capacité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Nb occupants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Prix mensuel (DT)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2743200" cy="10058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0972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72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Paiements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057400"/>
            <a:ext cx="2743200" cy="43434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Étudiant + Chambre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Montant, Date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Mois concerné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Mode (Espèces…)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Statut Payé/Retard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051560"/>
            <a:ext cx="2743200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0972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572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Réclamations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057400"/>
            <a:ext cx="2743200" cy="43434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2288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Étudiant + Chambre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Date, Type (Plomberie…)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Description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Priorité Haute/Basse</a:t>
            </a:r>
          </a:p>
          <a:p>
            <a:pPr algn="l">
              <a:buChar char="▸"/>
            </a:pPr>
            <a:r>
              <a:rPr sz="1200">
                <a:solidFill>
                  <a:srgbClr val="333333"/>
                </a:solidFill>
                <a:latin typeface="Calibri"/>
              </a:rPr>
              <a:t>  Statut Ouverte→Résolue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Chaque module : Ajouter  ·  Afficher  ·  Rechercher  ·  Modifier  ·  Supprimer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99AA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Structures de Données en 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577840" cy="384048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60704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struct Etudiant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5577840" cy="235915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435608"/>
            <a:ext cx="53949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DBFF"/>
                </a:solidFill>
                <a:latin typeface="Courier New"/>
              </a:rPr>
              <a:t>typedef struct {
  int  id;
  char nom[50];
  char cin[15];
  char email[60];
  int  chambre_id;  /* 0=libre */
  char statut[20];  /* Actif */
} Etudiant;
Etudiant tab_etudiants[100];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577840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60704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struct Chambre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89888"/>
            <a:ext cx="5577840" cy="235915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35608"/>
            <a:ext cx="53949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DBFF"/>
                </a:solidFill>
                <a:latin typeface="Courier New"/>
              </a:rPr>
              <a:t>typedef struct {
  int   id;
  char  numero[10]; /* A101 */
  char  type[20];
  int   capacite;
  int   nb_occupants;
  float prix_mensuel;
  char  statut[20];
} Chambre;
Chambre tab_chambres[80];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57784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86783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struct Paiement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315968"/>
            <a:ext cx="5577840" cy="235915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4361688"/>
            <a:ext cx="53949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DBFF"/>
                </a:solidFill>
                <a:latin typeface="Courier New"/>
              </a:rPr>
              <a:t>typedef struct {
  int   id;
  int   etudiant_id;
  int   chambre_id;
  float montant;
  char  mois[20];
  char  mode[20];
  char  statut[20]; /* Paye */
} Paiement;
Paiement tab_paiements[300];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577840" cy="384048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986783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struct Reclamation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315968"/>
            <a:ext cx="5577840" cy="235915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4361688"/>
            <a:ext cx="53949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DBFF"/>
                </a:solidFill>
                <a:latin typeface="Courier New"/>
              </a:rPr>
              <a:t>typedef struct {
  int  id;
  int  etudiant_id;
  int  chambre_id;
  char type[40];
  char description[200];
  char priorite[15];
  char statut[20];
} Reclamation;
Reclamation tab_reclamations[200];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99AA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des Menus (Objectif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291840" cy="146304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291840" cy="64008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5"/>
                </a:solidFill>
                <a:latin typeface="Calibri"/>
              </a:rPr>
              <a:t>🔐 Page de Connexion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Login : admin
MDP : ****
3 tentatives 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A8A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63240"/>
            <a:ext cx="3291840" cy="30175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MENU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100">
                <a:solidFill>
                  <a:srgbClr val="CCDDEE"/>
                </a:solidFill>
                <a:latin typeface="Calibri"/>
              </a:rPr>
              <a:t>  1. Étudiants</a:t>
            </a:r>
          </a:p>
          <a:p>
            <a:pPr algn="l">
              <a:buChar char="▸"/>
            </a:pPr>
            <a:r>
              <a:rPr sz="1100">
                <a:solidFill>
                  <a:srgbClr val="CCDDEE"/>
                </a:solidFill>
                <a:latin typeface="Calibri"/>
              </a:rPr>
              <a:t>  2. Chambres</a:t>
            </a:r>
          </a:p>
          <a:p>
            <a:pPr algn="l">
              <a:buChar char="▸"/>
            </a:pPr>
            <a:r>
              <a:rPr sz="1100">
                <a:solidFill>
                  <a:srgbClr val="CCDDEE"/>
                </a:solidFill>
                <a:latin typeface="Calibri"/>
              </a:rPr>
              <a:t>  3. Paiements</a:t>
            </a:r>
          </a:p>
          <a:p>
            <a:pPr algn="l">
              <a:buChar char="▸"/>
            </a:pPr>
            <a:r>
              <a:rPr sz="1100">
                <a:solidFill>
                  <a:srgbClr val="CCDDEE"/>
                </a:solidFill>
                <a:latin typeface="Calibri"/>
              </a:rPr>
              <a:t>  4. Réclamations</a:t>
            </a:r>
          </a:p>
          <a:p>
            <a:pPr algn="l">
              <a:buChar char="▸"/>
            </a:pPr>
            <a:r>
              <a:rPr sz="1100">
                <a:solidFill>
                  <a:srgbClr val="CCDDEE"/>
                </a:solidFill>
                <a:latin typeface="Calibri"/>
              </a:rPr>
              <a:t>  5. Tableau de bord</a:t>
            </a:r>
          </a:p>
          <a:p>
            <a:pPr algn="l">
              <a:buChar char="▸"/>
            </a:pPr>
            <a:r>
              <a:rPr sz="1100">
                <a:solidFill>
                  <a:srgbClr val="CCDDEE"/>
                </a:solidFill>
                <a:latin typeface="Calibri"/>
              </a:rPr>
              <a:t>  0. Quitter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4343400"/>
            <a:ext cx="8138160" cy="4572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49039" y="1051560"/>
            <a:ext cx="2194560" cy="384048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3048" y="111556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Étudiants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435608"/>
            <a:ext cx="2194560" cy="2880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13048" y="15087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Ajouter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Afficher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Rechercher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Modifier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Supprimer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Assigner 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4297680"/>
            <a:ext cx="45720" cy="9144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1051560"/>
            <a:ext cx="2194560" cy="384048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111556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Chambres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435608"/>
            <a:ext cx="2194560" cy="2880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5087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Ajouter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Afficher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Rechercher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Modifier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Supprimer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Disponibles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4297680"/>
            <a:ext cx="45720" cy="9144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12480" y="1051560"/>
            <a:ext cx="219456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76488" y="111556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Paiements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435608"/>
            <a:ext cx="2194560" cy="2880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15087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Enregistrer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Afficher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Rechercher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Bilan financier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Modifier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Supprimer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4297680"/>
            <a:ext cx="45720" cy="9144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44200" y="1051560"/>
            <a:ext cx="2194560" cy="384048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08208" y="111556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Réclamations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44200" y="1435608"/>
            <a:ext cx="2194560" cy="2880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08208" y="15087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Déposer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Afficher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Rechercher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Màj statut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Modifier</a:t>
            </a:r>
          </a:p>
          <a:p>
            <a:pPr algn="l">
              <a:buChar char="▸"/>
            </a:pPr>
            <a:r>
              <a:rPr sz="1000">
                <a:solidFill>
                  <a:srgbClr val="333333"/>
                </a:solidFill>
                <a:latin typeface="Calibri"/>
              </a:rPr>
              <a:t>  Supprimer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95760" y="4297680"/>
            <a:ext cx="45720" cy="9144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99AA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Fonctions de Saisie &amp; Affichage (Objectif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577840" cy="3657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051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saisir_chambre()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237744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DBFF"/>
                </a:solidFill>
                <a:latin typeface="Courier New"/>
              </a:rPr>
              <a:t>void saisir_chambre(Chambre *c) {
  c-&gt;id = id_chambre_next++;
  printf("Numero : ");
  scanf("%9s", c-&gt;numero);
  printf("Prix mensuel : ");
  scanf("%f", &amp;c-&gt;prix_mensuel);
  c-&gt;nb_occupants = 0;
  /* ... */
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86200"/>
            <a:ext cx="5577840" cy="3657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931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afficher_chambre() – tableau formaté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251960"/>
            <a:ext cx="5577840" cy="242316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4297680"/>
            <a:ext cx="5394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DBFF"/>
                </a:solidFill>
                <a:latin typeface="Courier New"/>
              </a:rPr>
              <a:t>/* Résultat terminal :
| ID | Numero | Type   | Cap | Prix    | Statut     |
| 1  | A101   | Simple |  1  | 250.00  | Occupee    |
| 2  | A102   | Double |  2  | 180.00  | Disponible |
| 3  | B201   | Triple |  3  | 140.00  | Disponible |
*/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64008" cy="5943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02412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5"/>
                </a:solidFill>
                <a:latin typeface="Calibri"/>
              </a:rPr>
              <a:t>Assignation chambre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0759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Vérifie capacité, met à jour nb_occupants et statut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01952"/>
            <a:ext cx="64008" cy="5943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5"/>
                </a:solidFill>
                <a:latin typeface="Calibri"/>
              </a:rPr>
              <a:t>Bilan financier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0370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Calcule Payé / En attente / En retard en DT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98064"/>
            <a:ext cx="64008" cy="5943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81635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5"/>
                </a:solidFill>
                <a:latin typeface="Calibri"/>
              </a:rPr>
              <a:t>Màj statut récl.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9981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Ouverte → En_cours → Résolue sans resaisie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694176"/>
            <a:ext cx="64008" cy="5943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712463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5"/>
                </a:solidFill>
                <a:latin typeface="Calibri"/>
              </a:rPr>
              <a:t>Chambre disponible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9592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Filtre par statut 'Disponible'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590288"/>
            <a:ext cx="64008" cy="5943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4608575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5"/>
                </a:solidFill>
                <a:latin typeface="Calibri"/>
              </a:rPr>
              <a:t>3 tentatives 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89204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Authentification avec compteur de tentatives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486400"/>
            <a:ext cx="64008" cy="59436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550468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5"/>
                </a:solidFill>
                <a:latin typeface="Calibri"/>
              </a:rPr>
              <a:t>Tableau de bord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78815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Taux d'occupation + bilan + réclamations en 1 vue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99AA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Exemple d'Exécution dans le 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703320" cy="347472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 Connexion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07592"/>
            <a:ext cx="3703320" cy="539496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3520440" cy="528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DBFF"/>
                </a:solidFill>
                <a:latin typeface="Courier New"/>
              </a:rPr>
              <a:t>================================================
  CONNEXION - FOYER UNIVERSITAIRE
================================================
  Login        : admin
  Mot de passe : ****
  Connexion reussie !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03320" cy="34747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399" y="10058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 Tableau de bord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07592"/>
            <a:ext cx="3703320" cy="539496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371600"/>
            <a:ext cx="3520440" cy="528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DBFF"/>
                </a:solidFill>
                <a:latin typeface="Courier New"/>
              </a:rPr>
              <a:t>--- Residents ---
  Inscrits : 3 / 100
--- Chambres ---
  Taux occ : 57.1%
  Disponibles : 2
  Maintenance : 1
--- Paiements ---
  Encaisse : 250.00 DT
  Retard   : 140.00 DT
--- Reclamations ---
  Ouvertes  : 1
  En cours  : 1
  Resolues  :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703320" cy="34747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0058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 Liste des Chambres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07592"/>
            <a:ext cx="3703320" cy="539496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7" y="1371600"/>
            <a:ext cx="3520440" cy="528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DBFF"/>
                </a:solidFill>
                <a:latin typeface="Courier New"/>
              </a:rPr>
              <a:t>=========================================
  LISTE DES CHAMBRES
=========================================
| ID | Numero | Type   | Cap | Statut     |
| 1  | A101   | Simple |  1  | Occupee    |
| 2  | A102   | Double |  2  | Disponible |
| 3  | B201   | Triple |  3  | Disponible |
| 4  | B202   | Simple |  1  | Maintenance|
Total : 4 chambre(s).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99AA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6858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500">
                <a:solidFill>
                  <a:srgbClr val="CCDDEE"/>
                </a:solidFill>
                <a:latin typeface="Calibri"/>
              </a:rPr>
              <a:t>  ✔  4 modules CRUD complets : Étudiants, Chambres, Paiements, Réclamations</a:t>
            </a:r>
          </a:p>
          <a:p>
            <a:pPr algn="l">
              <a:buChar char="▸"/>
            </a:pPr>
            <a:r>
              <a:rPr sz="1500">
                <a:solidFill>
                  <a:srgbClr val="CCDDEE"/>
                </a:solidFill>
                <a:latin typeface="Calibri"/>
              </a:rPr>
              <a:t>  ✔  4 typedef struct avec tableaux statiques en mémoire</a:t>
            </a:r>
          </a:p>
          <a:p>
            <a:pPr algn="l">
              <a:buChar char="▸"/>
            </a:pPr>
            <a:r>
              <a:rPr sz="1500">
                <a:solidFill>
                  <a:srgbClr val="CCDDEE"/>
                </a:solidFill>
                <a:latin typeface="Calibri"/>
              </a:rPr>
              <a:t>  ✔  Page de connexion sécurisée (3 tentatives)</a:t>
            </a:r>
          </a:p>
          <a:p>
            <a:pPr algn="l">
              <a:buChar char="▸"/>
            </a:pPr>
            <a:r>
              <a:rPr sz="1500">
                <a:solidFill>
                  <a:srgbClr val="CCDDEE"/>
                </a:solidFill>
                <a:latin typeface="Calibri"/>
              </a:rPr>
              <a:t>  ✔  Menu principal et 4 sous-menus arborescents</a:t>
            </a:r>
          </a:p>
          <a:p>
            <a:pPr algn="l">
              <a:buChar char="▸"/>
            </a:pPr>
            <a:r>
              <a:rPr sz="1500">
                <a:solidFill>
                  <a:srgbClr val="CCDDEE"/>
                </a:solidFill>
                <a:latin typeface="Calibri"/>
              </a:rPr>
              <a:t>  ✔  Fonctionnalités avancées : bilan financier, assignation chambre, tableau de bord</a:t>
            </a:r>
          </a:p>
          <a:p>
            <a:pPr algn="l">
              <a:buChar char="▸"/>
            </a:pPr>
            <a:r>
              <a:rPr sz="1500">
                <a:solidFill>
                  <a:srgbClr val="CCDDEE"/>
                </a:solidFill>
                <a:latin typeface="Calibri"/>
              </a:rPr>
              <a:t>  ✔  Données de démonstration préchargées au démarrage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600200"/>
            <a:ext cx="2834640" cy="41148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0" y="1600200"/>
            <a:ext cx="2834640" cy="54864"/>
          </a:xfrm>
          <a:prstGeom prst="rect">
            <a:avLst/>
          </a:prstGeom>
          <a:solidFill>
            <a:srgbClr val="04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B5B5"/>
                </a:solidFill>
                <a:latin typeface="Calibri"/>
              </a:rPr>
              <a:t>Prochaine étape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300">
                <a:solidFill>
                  <a:srgbClr val="CCDDEE"/>
                </a:solidFill>
                <a:latin typeface="Calibri"/>
              </a:rPr>
              <a:t>  Objectif 7</a:t>
            </a:r>
          </a:p>
          <a:p>
            <a:pPr algn="l">
              <a:buChar char="▸"/>
            </a:pPr>
            <a:r>
              <a:rPr sz="1300">
                <a:solidFill>
                  <a:srgbClr val="CCDDEE"/>
                </a:solidFill>
                <a:latin typeface="Calibri"/>
              </a:rPr>
              <a:t>  Listes chaînées</a:t>
            </a:r>
          </a:p>
          <a:p>
            <a:pPr algn="l">
              <a:buChar char="▸"/>
            </a:pPr>
            <a:r>
              <a:rPr sz="1300">
                <a:solidFill>
                  <a:srgbClr val="CCDDEE"/>
                </a:solidFill>
                <a:latin typeface="Calibri"/>
              </a:rPr>
              <a:t>  Gestion mémoire dynamique</a:t>
            </a:r>
          </a:p>
          <a:p>
            <a:pPr algn="l">
              <a:buChar char="▸"/>
            </a:pPr>
            <a:r>
              <a:rPr sz="1300">
                <a:solidFill>
                  <a:srgbClr val="CCDDEE"/>
                </a:solidFill>
                <a:latin typeface="Calibri"/>
              </a:rPr>
              <a:t>  Persistance fichiers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Tasnim Sheikhrouhou  —  1LIG  — 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99AA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1112</Words>
  <Application>Microsoft Office PowerPoint</Application>
  <PresentationFormat>Personnalisé</PresentationFormat>
  <Paragraphs>139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tasnim cheikhrouhou</cp:lastModifiedBy>
  <cp:revision>3</cp:revision>
  <dcterms:created xsi:type="dcterms:W3CDTF">2013-01-27T09:14:16Z</dcterms:created>
  <dcterms:modified xsi:type="dcterms:W3CDTF">2026-04-05T23:22:39Z</dcterms:modified>
  <cp:category/>
</cp:coreProperties>
</file>