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70" r:id="rId3"/>
    <p:sldId id="271" r:id="rId4"/>
    <p:sldId id="272" r:id="rId5"/>
    <p:sldId id="273" r:id="rId6"/>
    <p:sldId id="274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536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C9A96E">
              <a:alpha val="18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8B5E3C">
              <a:alpha val="20000"/>
            </a:srgbClr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5103" y="-148590"/>
            <a:ext cx="137160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3657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kern="0" spc="20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 BIZERTE  —  UNIVERSITÉ DE CARTHAGE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1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 ASD2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de Gestion de Foyer Universitaire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FAF3E0"/>
                </a:solidFill>
                <a:latin typeface="Georgia" pitchFamily="34" charset="0"/>
              </a:rPr>
              <a:t>Objectif 6/8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2423160"/>
            <a:ext cx="731520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: </a:t>
            </a:r>
            <a:r>
              <a:rPr lang="en-US" sz="13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Algorithmique et Structures de Données 2  (ASD2)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: </a:t>
            </a:r>
            <a:r>
              <a:rPr lang="en-US" sz="13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Foyer Universitaire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: </a:t>
            </a:r>
            <a:r>
              <a:rPr lang="en-US" sz="13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|  Structures + Listes Chaînées + Fichiers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Encadrants : </a:t>
            </a:r>
            <a:r>
              <a:rPr lang="en-US" sz="13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Karim Fathallah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</a:t>
            </a:r>
            <a:r>
              <a:rPr lang="en-US" sz="1200" i="1" dirty="0" err="1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r>
              <a:rPr lang="en-US" sz="1200" i="1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LIG 1  —  2025 /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2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8B5E3C">
              <a:alpha val="60000"/>
            </a:srgbClr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C9A96E">
              <a:alpha val="20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1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7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Listes Chaînées &amp; Manipulation des Données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971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dynamiques en C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7 — Listes Chaînées : Architecture &amp; Opérations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" y="4846320"/>
            <a:ext cx="9070848" cy="297180"/>
          </a:xfrm>
          <a:prstGeom prst="rect">
            <a:avLst/>
          </a:prstGeom>
          <a:solidFill>
            <a:srgbClr val="8B5E3C">
              <a:alpha val="40000"/>
            </a:srgbClr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 Bizerte — Université de Carthage  |  Projet ASD2  |  2025–2026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5029200" cy="1920240"/>
          </a:xfrm>
          <a:prstGeom prst="rect">
            <a:avLst/>
          </a:prstGeom>
          <a:solidFill>
            <a:srgbClr val="F5E6C8"/>
          </a:solidFill>
          <a:ln w="12700">
            <a:solidFill>
              <a:srgbClr val="C9A96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914400"/>
            <a:ext cx="5029200" cy="34747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941832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des Listes Chaînées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1316736"/>
            <a:ext cx="480974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listes indépendantes 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CelluleEtudiant*    liste_etudiants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CelluleChambre*     liste_chambres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CellulePaiement*    liste_paiements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CelluleReclamation* liste_reclamations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cellule : data + pointeur suivant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914400"/>
            <a:ext cx="3383280" cy="1920240"/>
          </a:xfrm>
          <a:prstGeom prst="rect">
            <a:avLst/>
          </a:prstGeom>
          <a:solidFill>
            <a:srgbClr val="EDD9A3"/>
          </a:solidFill>
          <a:ln w="12700">
            <a:solidFill>
              <a:srgbClr val="C9A96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94960" y="914400"/>
            <a:ext cx="3383280" cy="34747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941832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Compteurs &amp; IDs auto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04688" y="1316736"/>
            <a:ext cx="316382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globales 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nb_etudiants, nb_chambres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nb_paiements, nb_reclamations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auto-incrémental 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id_etudiant_next++  etc.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2971800"/>
            <a:ext cx="1627632" cy="1508760"/>
          </a:xfrm>
          <a:prstGeom prst="rect">
            <a:avLst/>
          </a:prstGeom>
          <a:solidFill>
            <a:srgbClr val="F5E6C8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971800"/>
            <a:ext cx="1627632" cy="310896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9900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Ajout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" y="3310128"/>
            <a:ext cx="15361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en tête de liste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malloc() + chaînage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38528" y="2971800"/>
            <a:ext cx="1627632" cy="1508760"/>
          </a:xfrm>
          <a:prstGeom prst="rect">
            <a:avLst/>
          </a:prstGeom>
          <a:solidFill>
            <a:srgbClr val="EDD9A3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38528" y="2971800"/>
            <a:ext cx="1627632" cy="310896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84248" y="29900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84248" y="3310128"/>
            <a:ext cx="15361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+ mise à jour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pointeur précédent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94176" y="2971800"/>
            <a:ext cx="1627632" cy="1508760"/>
          </a:xfrm>
          <a:prstGeom prst="rect">
            <a:avLst/>
          </a:prstGeom>
          <a:solidFill>
            <a:srgbClr val="F5E6C8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94176" y="2971800"/>
            <a:ext cx="1627632" cy="310896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9896" y="29900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Recherche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39896" y="3310128"/>
            <a:ext cx="15361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ID, nom, CIN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trouver_*_ptr(id)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49824" y="2971800"/>
            <a:ext cx="1627632" cy="1508760"/>
          </a:xfrm>
          <a:prstGeom prst="rect">
            <a:avLst/>
          </a:prstGeom>
          <a:solidFill>
            <a:srgbClr val="EDD9A3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9824" y="2971800"/>
            <a:ext cx="1627632" cy="310896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95544" y="29900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Modification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95544" y="3310128"/>
            <a:ext cx="15361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+ modification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du nœud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05472" y="2971800"/>
            <a:ext cx="1627632" cy="1508760"/>
          </a:xfrm>
          <a:prstGeom prst="rect">
            <a:avLst/>
          </a:prstGeom>
          <a:solidFill>
            <a:srgbClr val="F5E6C8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05472" y="2971800"/>
            <a:ext cx="1627632" cy="310896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51192" y="29900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 / Bilan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51192" y="3310128"/>
            <a:ext cx="15361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complet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 montants payés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2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8B5E3C">
              <a:alpha val="60000"/>
            </a:srgbClr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C9A96E">
              <a:alpha val="20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1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8 ★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Persistance des Données par Fichiers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971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permanent — Sauvegarde &amp; Chargement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8 — Gestion des Fichiers Texte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" y="4846320"/>
            <a:ext cx="9070848" cy="297180"/>
          </a:xfrm>
          <a:prstGeom prst="rect">
            <a:avLst/>
          </a:prstGeom>
          <a:solidFill>
            <a:srgbClr val="8B5E3C">
              <a:alpha val="40000"/>
            </a:srgbClr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 Bizerte — Université de Carthage  |  Projet ASD2  |  2025–2026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4114800" cy="1874520"/>
          </a:xfrm>
          <a:prstGeom prst="rect">
            <a:avLst/>
          </a:prstGeom>
          <a:solidFill>
            <a:srgbClr val="F5E6C8"/>
          </a:solidFill>
          <a:ln w="12700">
            <a:solidFill>
              <a:srgbClr val="C9A96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914400"/>
            <a:ext cx="4114800" cy="34747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94183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Fichiers utilisés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1316736"/>
            <a:ext cx="3895344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auth.txt       — Identifiants admin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etudiants.txt  — Liste des résidents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chambres.txt   — Données des chambres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paiements.txt  — Historique paiements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reclamations.txt — Réclamations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914400"/>
            <a:ext cx="4297680" cy="1874520"/>
          </a:xfrm>
          <a:prstGeom prst="rect">
            <a:avLst/>
          </a:prstGeom>
          <a:solidFill>
            <a:srgbClr val="EDD9A3"/>
          </a:solidFill>
          <a:ln w="12700">
            <a:solidFill>
              <a:srgbClr val="C9A96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914400"/>
            <a:ext cx="4297680" cy="34747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941832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Sauvegarde : sauvegarder_donnees()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90288" y="1316736"/>
            <a:ext cx="4078224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Appelée à la fermeture (option 0)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Parcours de chaque liste chaînée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fprintf() vers le fichier .txt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Tous les champs enregistrés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Fichiers écrasés à chaque sauvegarde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2926080"/>
            <a:ext cx="4114800" cy="1600200"/>
          </a:xfrm>
          <a:prstGeom prst="rect">
            <a:avLst/>
          </a:prstGeom>
          <a:solidFill>
            <a:srgbClr val="F5E6C8"/>
          </a:solidFill>
          <a:ln w="12700">
            <a:solidFill>
              <a:srgbClr val="C9A96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2926080"/>
            <a:ext cx="4114800" cy="34747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95351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Chargement : charger_donnees_fichiers()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" y="3328416"/>
            <a:ext cx="389534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Appelée au démarrage (avant menu)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fscanf() depuis chaque .txt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Reconstruction des listes chaînées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Mise à jour des compteurs d'ID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2926080"/>
            <a:ext cx="4297680" cy="1600200"/>
          </a:xfrm>
          <a:prstGeom prst="rect">
            <a:avLst/>
          </a:prstGeom>
          <a:solidFill>
            <a:srgbClr val="EDD9A3"/>
          </a:solidFill>
          <a:ln w="12700">
            <a:solidFill>
              <a:srgbClr val="C9A96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2926080"/>
            <a:ext cx="4297680" cy="34747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2953512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Authentification fichier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90288" y="3328416"/>
            <a:ext cx="407822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Lecture login/mdp depuis auth.txt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tentatives avant blocage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Création automatique si fichier absent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Valeurs par défaut : admin / 1234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Extrait de Code — Listes Chaînées &amp; Fichiers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" y="4846320"/>
            <a:ext cx="9070848" cy="297180"/>
          </a:xfrm>
          <a:prstGeom prst="rect">
            <a:avLst/>
          </a:prstGeom>
          <a:solidFill>
            <a:srgbClr val="8B5E3C">
              <a:alpha val="40000"/>
            </a:srgbClr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 Bizerte — Université de Carthage  |  Projet ASD2  |  2025–2026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8778240" cy="3794760"/>
          </a:xfrm>
          <a:prstGeom prst="rect">
            <a:avLst/>
          </a:prstGeom>
          <a:solidFill>
            <a:srgbClr val="1E1B14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Ajout d'un étudiant en tête de liste
</a:t>
            </a:r>
            <a:r>
              <a:rPr lang="en-US" sz="1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ajouter_etudiant</a:t>
            </a:r>
            <a:r>
              <a:rPr lang="en-US" sz="1100" dirty="0">
                <a:solidFill>
                  <a:srgbClr val="FAF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
</a:t>
            </a:r>
            <a:r>
              <a:rPr lang="en-US" sz="1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CelluleEtudiant* </a:t>
            </a:r>
            <a:r>
              <a:rPr lang="en-US" sz="1100" dirty="0">
                <a:solidFill>
                  <a:srgbClr val="FAF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nouv = 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malloc</a:t>
            </a:r>
            <a:r>
              <a:rPr lang="en-US" sz="1100" dirty="0">
                <a:solidFill>
                  <a:srgbClr val="FAF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(sizeof(CelluleEtudiant));
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saisir_etudiant</a:t>
            </a:r>
            <a:r>
              <a:rPr lang="en-US" sz="1100" dirty="0">
                <a:solidFill>
                  <a:srgbClr val="FAF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(&amp;(nouv-&gt;data));
    nouv-&gt;suivant = liste_etudiants;
    liste_etudiants = nouv;
    nb_etudiants++;
}
</a:t>
            </a:r>
            <a:r>
              <a:rPr lang="en-US" sz="1100" dirty="0">
                <a:solidFill>
                  <a:srgbClr val="8BA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Sauvegarde vers fichier
</a:t>
            </a:r>
            <a:r>
              <a:rPr lang="en-US" sz="1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FILE* fe = 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fopen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("etudiants.txt", "w");
</a:t>
            </a:r>
            <a:r>
              <a:rPr lang="en-US" sz="1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100" dirty="0">
                <a:solidFill>
                  <a:srgbClr val="FAF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(te) { 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fprintf</a:t>
            </a:r>
            <a:r>
              <a:rPr lang="en-US" sz="1100" dirty="0">
                <a:solidFill>
                  <a:srgbClr val="FAF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(fe, ..., te-&gt;data); te = te-&gt;suivant; }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522</Words>
  <Application>Microsoft Office PowerPoint</Application>
  <PresentationFormat>Affichage à l'écran (16:9)</PresentationFormat>
  <Paragraphs>77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ASD2 - Gestion de Foyer Universitaire</dc:title>
  <dc:subject>PptxGenJS Presentation</dc:subject>
  <dc:creator>PptxGenJS</dc:creator>
  <cp:lastModifiedBy>akariabir30@outlook.fr</cp:lastModifiedBy>
  <cp:revision>2</cp:revision>
  <dcterms:created xsi:type="dcterms:W3CDTF">2026-05-03T18:21:05Z</dcterms:created>
  <dcterms:modified xsi:type="dcterms:W3CDTF">2026-05-03T20:38:33Z</dcterms:modified>
</cp:coreProperties>
</file>